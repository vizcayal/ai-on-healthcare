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A32F1-D250-41AD-9868-6AC213B7944B}" v="12" dt="2026-07-21T01:28:15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zcaya, Luis" userId="941d56fa-29e3-4736-bcb4-21f7e43fa728" providerId="ADAL" clId="{C653503E-0A25-43B8-BF88-B9F22AE83660}"/>
    <pc:docChg chg="undo custSel addSld delSld modSld">
      <pc:chgData name="Vizcaya, Luis" userId="941d56fa-29e3-4736-bcb4-21f7e43fa728" providerId="ADAL" clId="{C653503E-0A25-43B8-BF88-B9F22AE83660}" dt="2026-07-21T01:38:34.560" v="1379" actId="1076"/>
      <pc:docMkLst>
        <pc:docMk/>
      </pc:docMkLst>
      <pc:sldChg chg="addSp delSp modSp mod">
        <pc:chgData name="Vizcaya, Luis" userId="941d56fa-29e3-4736-bcb4-21f7e43fa728" providerId="ADAL" clId="{C653503E-0A25-43B8-BF88-B9F22AE83660}" dt="2026-07-21T01:38:34.560" v="1379" actId="1076"/>
        <pc:sldMkLst>
          <pc:docMk/>
          <pc:sldMk cId="0" sldId="260"/>
        </pc:sldMkLst>
        <pc:spChg chg="del">
          <ac:chgData name="Vizcaya, Luis" userId="941d56fa-29e3-4736-bcb4-21f7e43fa728" providerId="ADAL" clId="{C653503E-0A25-43B8-BF88-B9F22AE83660}" dt="2026-07-21T01:05:31.743" v="36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Vizcaya, Luis" userId="941d56fa-29e3-4736-bcb4-21f7e43fa728" providerId="ADAL" clId="{C653503E-0A25-43B8-BF88-B9F22AE83660}" dt="2026-07-21T01:38:02.241" v="1374" actId="14100"/>
          <ac:spMkLst>
            <pc:docMk/>
            <pc:sldMk cId="0" sldId="260"/>
            <ac:spMk id="7" creationId="{00000000-0000-0000-0000-000000000000}"/>
          </ac:spMkLst>
        </pc:spChg>
        <pc:spChg chg="add del">
          <ac:chgData name="Vizcaya, Luis" userId="941d56fa-29e3-4736-bcb4-21f7e43fa728" providerId="ADAL" clId="{C653503E-0A25-43B8-BF88-B9F22AE83660}" dt="2026-07-21T01:06:10.959" v="79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7:25.235" v="135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7:25.235" v="133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7:25.235" v="137"/>
          <ac:spMkLst>
            <pc:docMk/>
            <pc:sldMk cId="0" sldId="260"/>
            <ac:spMk id="11" creationId="{00000000-0000-0000-0000-000000000000}"/>
          </ac:spMkLst>
        </pc:spChg>
        <pc:picChg chg="del">
          <ac:chgData name="Vizcaya, Luis" userId="941d56fa-29e3-4736-bcb4-21f7e43fa728" providerId="ADAL" clId="{C653503E-0A25-43B8-BF88-B9F22AE83660}" dt="2026-07-21T01:07:25.235" v="131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7:26.161" v="138" actId="478"/>
          <ac:picMkLst>
            <pc:docMk/>
            <pc:sldMk cId="0" sldId="260"/>
            <ac:picMk id="4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7:26.773" v="139" actId="478"/>
          <ac:picMkLst>
            <pc:docMk/>
            <pc:sldMk cId="0" sldId="260"/>
            <ac:picMk id="5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5:18.796" v="33" actId="478"/>
          <ac:picMkLst>
            <pc:docMk/>
            <pc:sldMk cId="0" sldId="260"/>
            <ac:picMk id="12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5:19.965" v="34" actId="478"/>
          <ac:picMkLst>
            <pc:docMk/>
            <pc:sldMk cId="0" sldId="260"/>
            <ac:picMk id="13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5:21.132" v="35" actId="478"/>
          <ac:picMkLst>
            <pc:docMk/>
            <pc:sldMk cId="0" sldId="260"/>
            <ac:picMk id="14" creationId="{00000000-0000-0000-0000-000000000000}"/>
          </ac:picMkLst>
        </pc:picChg>
        <pc:picChg chg="add del mod">
          <ac:chgData name="Vizcaya, Luis" userId="941d56fa-29e3-4736-bcb4-21f7e43fa728" providerId="ADAL" clId="{C653503E-0A25-43B8-BF88-B9F22AE83660}" dt="2026-07-21T01:38:34.560" v="1379" actId="1076"/>
          <ac:picMkLst>
            <pc:docMk/>
            <pc:sldMk cId="0" sldId="260"/>
            <ac:picMk id="18" creationId="{BCE55053-F517-4676-F80C-D4977BCFA1FB}"/>
          </ac:picMkLst>
        </pc:picChg>
      </pc:sldChg>
      <pc:sldChg chg="addSp delSp modSp mod">
        <pc:chgData name="Vizcaya, Luis" userId="941d56fa-29e3-4736-bcb4-21f7e43fa728" providerId="ADAL" clId="{C653503E-0A25-43B8-BF88-B9F22AE83660}" dt="2026-07-21T01:37:55.435" v="1370" actId="14100"/>
        <pc:sldMkLst>
          <pc:docMk/>
          <pc:sldMk cId="0" sldId="261"/>
        </pc:sldMkLst>
        <pc:spChg chg="del">
          <ac:chgData name="Vizcaya, Luis" userId="941d56fa-29e3-4736-bcb4-21f7e43fa728" providerId="ADAL" clId="{C653503E-0A25-43B8-BF88-B9F22AE83660}" dt="2026-07-21T01:08:33.093" v="180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Vizcaya, Luis" userId="941d56fa-29e3-4736-bcb4-21f7e43fa728" providerId="ADAL" clId="{C653503E-0A25-43B8-BF88-B9F22AE83660}" dt="2026-07-21T01:37:55.435" v="1370" actId="14100"/>
          <ac:spMkLst>
            <pc:docMk/>
            <pc:sldMk cId="0" sldId="261"/>
            <ac:spMk id="6" creationId="{00000000-0000-0000-0000-000000000000}"/>
          </ac:spMkLst>
        </pc:spChg>
        <pc:spChg chg="del">
          <ac:chgData name="Vizcaya, Luis" userId="941d56fa-29e3-4736-bcb4-21f7e43fa728" providerId="ADAL" clId="{C653503E-0A25-43B8-BF88-B9F22AE83660}" dt="2026-07-21T01:08:49.076" v="207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9:07.589" v="216"/>
          <ac:spMkLst>
            <pc:docMk/>
            <pc:sldMk cId="0" sldId="261"/>
            <ac:spMk id="8" creationId="{00000000-0000-0000-0000-000000000000}"/>
          </ac:spMkLst>
        </pc:spChg>
        <pc:picChg chg="del">
          <ac:chgData name="Vizcaya, Luis" userId="941d56fa-29e3-4736-bcb4-21f7e43fa728" providerId="ADAL" clId="{C653503E-0A25-43B8-BF88-B9F22AE83660}" dt="2026-07-21T01:08:50.305" v="208" actId="478"/>
          <ac:picMkLst>
            <pc:docMk/>
            <pc:sldMk cId="0" sldId="261"/>
            <ac:picMk id="2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8:35.233" v="181" actId="478"/>
          <ac:picMkLst>
            <pc:docMk/>
            <pc:sldMk cId="0" sldId="261"/>
            <ac:picMk id="3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8:51.029" v="209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Vizcaya, Luis" userId="941d56fa-29e3-4736-bcb4-21f7e43fa728" providerId="ADAL" clId="{C653503E-0A25-43B8-BF88-B9F22AE83660}" dt="2026-07-21T01:34:47.626" v="1305" actId="1076"/>
          <ac:picMkLst>
            <pc:docMk/>
            <pc:sldMk cId="0" sldId="261"/>
            <ac:picMk id="12" creationId="{B13E4AA7-F69B-893A-06B2-E9777935812A}"/>
          </ac:picMkLst>
        </pc:picChg>
      </pc:sldChg>
      <pc:sldChg chg="addSp delSp modSp mod">
        <pc:chgData name="Vizcaya, Luis" userId="941d56fa-29e3-4736-bcb4-21f7e43fa728" providerId="ADAL" clId="{C653503E-0A25-43B8-BF88-B9F22AE83660}" dt="2026-07-21T01:15:07.999" v="240" actId="1076"/>
        <pc:sldMkLst>
          <pc:docMk/>
          <pc:sldMk cId="0" sldId="264"/>
        </pc:sldMkLst>
        <pc:spChg chg="del">
          <ac:chgData name="Vizcaya, Luis" userId="941d56fa-29e3-4736-bcb4-21f7e43fa728" providerId="ADAL" clId="{C653503E-0A25-43B8-BF88-B9F22AE83660}" dt="2026-07-21T01:14:16.620" v="233" actId="478"/>
          <ac:spMkLst>
            <pc:docMk/>
            <pc:sldMk cId="0" sldId="264"/>
            <ac:spMk id="6" creationId="{00000000-0000-0000-0000-000000000000}"/>
          </ac:spMkLst>
        </pc:spChg>
        <pc:spChg chg="add del">
          <ac:chgData name="Vizcaya, Luis" userId="941d56fa-29e3-4736-bcb4-21f7e43fa728" providerId="ADAL" clId="{C653503E-0A25-43B8-BF88-B9F22AE83660}" dt="2026-07-21T01:14:54.624" v="236" actId="478"/>
          <ac:spMkLst>
            <pc:docMk/>
            <pc:sldMk cId="0" sldId="264"/>
            <ac:spMk id="7" creationId="{0344D49A-5105-7221-D425-4E4F0DB7027F}"/>
          </ac:spMkLst>
        </pc:spChg>
        <pc:spChg chg="del">
          <ac:chgData name="Vizcaya, Luis" userId="941d56fa-29e3-4736-bcb4-21f7e43fa728" providerId="ADAL" clId="{C653503E-0A25-43B8-BF88-B9F22AE83660}" dt="2026-07-21T01:14:16.620" v="233" actId="478"/>
          <ac:spMkLst>
            <pc:docMk/>
            <pc:sldMk cId="0" sldId="264"/>
            <ac:spMk id="8" creationId="{00000000-0000-0000-0000-000000000000}"/>
          </ac:spMkLst>
        </pc:spChg>
        <pc:spChg chg="add del mod">
          <ac:chgData name="Vizcaya, Luis" userId="941d56fa-29e3-4736-bcb4-21f7e43fa728" providerId="ADAL" clId="{C653503E-0A25-43B8-BF88-B9F22AE83660}" dt="2026-07-21T01:14:54.624" v="236" actId="478"/>
          <ac:spMkLst>
            <pc:docMk/>
            <pc:sldMk cId="0" sldId="264"/>
            <ac:spMk id="9" creationId="{FB727394-E256-F97A-2F04-0E609528E48C}"/>
          </ac:spMkLst>
        </pc:spChg>
        <pc:spChg chg="del">
          <ac:chgData name="Vizcaya, Luis" userId="941d56fa-29e3-4736-bcb4-21f7e43fa728" providerId="ADAL" clId="{C653503E-0A25-43B8-BF88-B9F22AE83660}" dt="2026-07-21T01:14:16.620" v="233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Vizcaya, Luis" userId="941d56fa-29e3-4736-bcb4-21f7e43fa728" providerId="ADAL" clId="{C653503E-0A25-43B8-BF88-B9F22AE83660}" dt="2026-07-21T01:09:27.398" v="230" actId="20577"/>
          <ac:spMkLst>
            <pc:docMk/>
            <pc:sldMk cId="0" sldId="264"/>
            <ac:spMk id="15" creationId="{00000000-0000-0000-0000-000000000000}"/>
          </ac:spMkLst>
        </pc:spChg>
        <pc:picChg chg="del mod">
          <ac:chgData name="Vizcaya, Luis" userId="941d56fa-29e3-4736-bcb4-21f7e43fa728" providerId="ADAL" clId="{C653503E-0A25-43B8-BF88-B9F22AE83660}" dt="2026-07-21T01:14:09.931" v="232" actId="478"/>
          <ac:picMkLst>
            <pc:docMk/>
            <pc:sldMk cId="0" sldId="264"/>
            <ac:picMk id="2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14:16.620" v="233" actId="478"/>
          <ac:picMkLst>
            <pc:docMk/>
            <pc:sldMk cId="0" sldId="264"/>
            <ac:picMk id="3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14:16.620" v="233" actId="478"/>
          <ac:picMkLst>
            <pc:docMk/>
            <pc:sldMk cId="0" sldId="264"/>
            <ac:picMk id="4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14:16.620" v="233" actId="478"/>
          <ac:picMkLst>
            <pc:docMk/>
            <pc:sldMk cId="0" sldId="264"/>
            <ac:picMk id="5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14:16.620" v="233" actId="478"/>
          <ac:picMkLst>
            <pc:docMk/>
            <pc:sldMk cId="0" sldId="264"/>
            <ac:picMk id="12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14:16.620" v="233" actId="478"/>
          <ac:picMkLst>
            <pc:docMk/>
            <pc:sldMk cId="0" sldId="264"/>
            <ac:picMk id="13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14:16.620" v="233" actId="478"/>
          <ac:picMkLst>
            <pc:docMk/>
            <pc:sldMk cId="0" sldId="264"/>
            <ac:picMk id="14" creationId="{00000000-0000-0000-0000-000000000000}"/>
          </ac:picMkLst>
        </pc:picChg>
        <pc:picChg chg="add mod">
          <ac:chgData name="Vizcaya, Luis" userId="941d56fa-29e3-4736-bcb4-21f7e43fa728" providerId="ADAL" clId="{C653503E-0A25-43B8-BF88-B9F22AE83660}" dt="2026-07-21T01:15:07.999" v="240" actId="1076"/>
          <ac:picMkLst>
            <pc:docMk/>
            <pc:sldMk cId="0" sldId="264"/>
            <ac:picMk id="17" creationId="{BE8C9274-10A5-B5DE-E720-E0E990D21C20}"/>
          </ac:picMkLst>
        </pc:picChg>
      </pc:sldChg>
      <pc:sldChg chg="addSp delSp modSp mod">
        <pc:chgData name="Vizcaya, Luis" userId="941d56fa-29e3-4736-bcb4-21f7e43fa728" providerId="ADAL" clId="{C653503E-0A25-43B8-BF88-B9F22AE83660}" dt="2026-07-21T01:18:07.487" v="277" actId="22"/>
        <pc:sldMkLst>
          <pc:docMk/>
          <pc:sldMk cId="0" sldId="265"/>
        </pc:sldMkLst>
        <pc:spChg chg="mod">
          <ac:chgData name="Vizcaya, Luis" userId="941d56fa-29e3-4736-bcb4-21f7e43fa728" providerId="ADAL" clId="{C653503E-0A25-43B8-BF88-B9F22AE83660}" dt="2026-07-21T01:15:44.771" v="253" actId="113"/>
          <ac:spMkLst>
            <pc:docMk/>
            <pc:sldMk cId="0" sldId="265"/>
            <ac:spMk id="6" creationId="{00000000-0000-0000-0000-000000000000}"/>
          </ac:spMkLst>
        </pc:spChg>
        <pc:picChg chg="add del">
          <ac:chgData name="Vizcaya, Luis" userId="941d56fa-29e3-4736-bcb4-21f7e43fa728" providerId="ADAL" clId="{C653503E-0A25-43B8-BF88-B9F22AE83660}" dt="2026-07-21T01:18:07.487" v="277" actId="22"/>
          <ac:picMkLst>
            <pc:docMk/>
            <pc:sldMk cId="0" sldId="265"/>
            <ac:picMk id="11" creationId="{EC16589D-8770-6F19-4823-56E403252799}"/>
          </ac:picMkLst>
        </pc:picChg>
      </pc:sldChg>
      <pc:sldChg chg="addSp delSp modSp mod">
        <pc:chgData name="Vizcaya, Luis" userId="941d56fa-29e3-4736-bcb4-21f7e43fa728" providerId="ADAL" clId="{C653503E-0A25-43B8-BF88-B9F22AE83660}" dt="2026-07-21T01:03:49.336" v="31" actId="14100"/>
        <pc:sldMkLst>
          <pc:docMk/>
          <pc:sldMk cId="0" sldId="267"/>
        </pc:sldMkLst>
        <pc:spChg chg="mod">
          <ac:chgData name="Vizcaya, Luis" userId="941d56fa-29e3-4736-bcb4-21f7e43fa728" providerId="ADAL" clId="{C653503E-0A25-43B8-BF88-B9F22AE83660}" dt="2026-07-21T01:03:22.032" v="28" actId="255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2:43.869" v="17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2:43.869" v="19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Vizcaya, Luis" userId="941d56fa-29e3-4736-bcb4-21f7e43fa728" providerId="ADAL" clId="{C653503E-0A25-43B8-BF88-B9F22AE83660}" dt="2026-07-21T01:02:43.869" v="21"/>
          <ac:spMkLst>
            <pc:docMk/>
            <pc:sldMk cId="0" sldId="267"/>
            <ac:spMk id="6" creationId="{00000000-0000-0000-0000-000000000000}"/>
          </ac:spMkLst>
        </pc:spChg>
        <pc:picChg chg="del mod">
          <ac:chgData name="Vizcaya, Luis" userId="941d56fa-29e3-4736-bcb4-21f7e43fa728" providerId="ADAL" clId="{C653503E-0A25-43B8-BF88-B9F22AE83660}" dt="2026-07-21T01:02:43.869" v="15" actId="478"/>
          <ac:picMkLst>
            <pc:docMk/>
            <pc:sldMk cId="0" sldId="267"/>
            <ac:picMk id="2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2:12.952" v="0" actId="478"/>
          <ac:picMkLst>
            <pc:docMk/>
            <pc:sldMk cId="0" sldId="267"/>
            <ac:picMk id="7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2:15.559" v="1" actId="478"/>
          <ac:picMkLst>
            <pc:docMk/>
            <pc:sldMk cId="0" sldId="267"/>
            <ac:picMk id="8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2:16.361" v="2" actId="478"/>
          <ac:picMkLst>
            <pc:docMk/>
            <pc:sldMk cId="0" sldId="267"/>
            <ac:picMk id="9" creationId="{00000000-0000-0000-0000-000000000000}"/>
          </ac:picMkLst>
        </pc:picChg>
        <pc:picChg chg="del">
          <ac:chgData name="Vizcaya, Luis" userId="941d56fa-29e3-4736-bcb4-21f7e43fa728" providerId="ADAL" clId="{C653503E-0A25-43B8-BF88-B9F22AE83660}" dt="2026-07-21T01:02:16.974" v="3" actId="478"/>
          <ac:picMkLst>
            <pc:docMk/>
            <pc:sldMk cId="0" sldId="267"/>
            <ac:picMk id="10" creationId="{00000000-0000-0000-0000-000000000000}"/>
          </ac:picMkLst>
        </pc:picChg>
        <pc:picChg chg="add mod">
          <ac:chgData name="Vizcaya, Luis" userId="941d56fa-29e3-4736-bcb4-21f7e43fa728" providerId="ADAL" clId="{C653503E-0A25-43B8-BF88-B9F22AE83660}" dt="2026-07-21T01:03:49.336" v="31" actId="14100"/>
          <ac:picMkLst>
            <pc:docMk/>
            <pc:sldMk cId="0" sldId="267"/>
            <ac:picMk id="14" creationId="{98778849-3DD6-BA30-8BFC-70AC4FCA2C89}"/>
          </ac:picMkLst>
        </pc:picChg>
      </pc:sldChg>
      <pc:sldChg chg="delSp modSp mod">
        <pc:chgData name="Vizcaya, Luis" userId="941d56fa-29e3-4736-bcb4-21f7e43fa728" providerId="ADAL" clId="{C653503E-0A25-43B8-BF88-B9F22AE83660}" dt="2026-07-21T01:32:37.738" v="1303" actId="1076"/>
        <pc:sldMkLst>
          <pc:docMk/>
          <pc:sldMk cId="0" sldId="268"/>
        </pc:sldMkLst>
        <pc:spChg chg="mod">
          <ac:chgData name="Vizcaya, Luis" userId="941d56fa-29e3-4736-bcb4-21f7e43fa728" providerId="ADAL" clId="{C653503E-0A25-43B8-BF88-B9F22AE83660}" dt="2026-07-21T01:32:28.358" v="1301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Vizcaya, Luis" userId="941d56fa-29e3-4736-bcb4-21f7e43fa728" providerId="ADAL" clId="{C653503E-0A25-43B8-BF88-B9F22AE83660}" dt="2026-07-21T01:32:37.738" v="1303" actId="1076"/>
          <ac:spMkLst>
            <pc:docMk/>
            <pc:sldMk cId="0" sldId="268"/>
            <ac:spMk id="4" creationId="{00000000-0000-0000-0000-000000000000}"/>
          </ac:spMkLst>
        </pc:spChg>
        <pc:picChg chg="del mod">
          <ac:chgData name="Vizcaya, Luis" userId="941d56fa-29e3-4736-bcb4-21f7e43fa728" providerId="ADAL" clId="{C653503E-0A25-43B8-BF88-B9F22AE83660}" dt="2026-07-21T01:19:58.586" v="412" actId="478"/>
          <ac:picMkLst>
            <pc:docMk/>
            <pc:sldMk cId="0" sldId="268"/>
            <ac:picMk id="2" creationId="{00000000-0000-0000-0000-000000000000}"/>
          </ac:picMkLst>
        </pc:picChg>
      </pc:sldChg>
      <pc:sldChg chg="del">
        <pc:chgData name="Vizcaya, Luis" userId="941d56fa-29e3-4736-bcb4-21f7e43fa728" providerId="ADAL" clId="{C653503E-0A25-43B8-BF88-B9F22AE83660}" dt="2026-07-21T01:03:56.227" v="32" actId="47"/>
        <pc:sldMkLst>
          <pc:docMk/>
          <pc:sldMk cId="0" sldId="269"/>
        </pc:sldMkLst>
      </pc:sldChg>
      <pc:sldChg chg="addSp delSp modSp add mod">
        <pc:chgData name="Vizcaya, Luis" userId="941d56fa-29e3-4736-bcb4-21f7e43fa728" providerId="ADAL" clId="{C653503E-0A25-43B8-BF88-B9F22AE83660}" dt="2026-07-21T01:32:17.524" v="1300" actId="20577"/>
        <pc:sldMkLst>
          <pc:docMk/>
          <pc:sldMk cId="3775596006" sldId="271"/>
        </pc:sldMkLst>
        <pc:spChg chg="del">
          <ac:chgData name="Vizcaya, Luis" userId="941d56fa-29e3-4736-bcb4-21f7e43fa728" providerId="ADAL" clId="{C653503E-0A25-43B8-BF88-B9F22AE83660}" dt="2026-07-21T01:18:41.365" v="328" actId="478"/>
          <ac:spMkLst>
            <pc:docMk/>
            <pc:sldMk cId="3775596006" sldId="271"/>
            <ac:spMk id="3" creationId="{DAE50A37-4366-5EBA-9E6C-1AAEADADACF7}"/>
          </ac:spMkLst>
        </pc:spChg>
        <pc:spChg chg="del">
          <ac:chgData name="Vizcaya, Luis" userId="941d56fa-29e3-4736-bcb4-21f7e43fa728" providerId="ADAL" clId="{C653503E-0A25-43B8-BF88-B9F22AE83660}" dt="2026-07-21T01:18:48.142" v="329" actId="478"/>
          <ac:spMkLst>
            <pc:docMk/>
            <pc:sldMk cId="3775596006" sldId="271"/>
            <ac:spMk id="4" creationId="{2DD617FB-FAE5-46FF-60B7-F2C1C6D07D9F}"/>
          </ac:spMkLst>
        </pc:spChg>
        <pc:spChg chg="del">
          <ac:chgData name="Vizcaya, Luis" userId="941d56fa-29e3-4736-bcb4-21f7e43fa728" providerId="ADAL" clId="{C653503E-0A25-43B8-BF88-B9F22AE83660}" dt="2026-07-21T01:18:54.311" v="330" actId="478"/>
          <ac:spMkLst>
            <pc:docMk/>
            <pc:sldMk cId="3775596006" sldId="271"/>
            <ac:spMk id="5" creationId="{555B41B2-1FB8-A7ED-62CC-FD7CFC000DE0}"/>
          </ac:spMkLst>
        </pc:spChg>
        <pc:spChg chg="del">
          <ac:chgData name="Vizcaya, Luis" userId="941d56fa-29e3-4736-bcb4-21f7e43fa728" providerId="ADAL" clId="{C653503E-0A25-43B8-BF88-B9F22AE83660}" dt="2026-07-21T01:18:54.311" v="330" actId="478"/>
          <ac:spMkLst>
            <pc:docMk/>
            <pc:sldMk cId="3775596006" sldId="271"/>
            <ac:spMk id="6" creationId="{3AE2224E-2531-2441-D1D8-8117A82A15DB}"/>
          </ac:spMkLst>
        </pc:spChg>
        <pc:spChg chg="del">
          <ac:chgData name="Vizcaya, Luis" userId="941d56fa-29e3-4736-bcb4-21f7e43fa728" providerId="ADAL" clId="{C653503E-0A25-43B8-BF88-B9F22AE83660}" dt="2026-07-21T01:18:54.311" v="330" actId="478"/>
          <ac:spMkLst>
            <pc:docMk/>
            <pc:sldMk cId="3775596006" sldId="271"/>
            <ac:spMk id="7" creationId="{49E3D61D-1723-BF42-BB47-CEF574AB4A27}"/>
          </ac:spMkLst>
        </pc:spChg>
        <pc:spChg chg="mod">
          <ac:chgData name="Vizcaya, Luis" userId="941d56fa-29e3-4736-bcb4-21f7e43fa728" providerId="ADAL" clId="{C653503E-0A25-43B8-BF88-B9F22AE83660}" dt="2026-07-21T01:18:30.741" v="325" actId="6549"/>
          <ac:spMkLst>
            <pc:docMk/>
            <pc:sldMk cId="3775596006" sldId="271"/>
            <ac:spMk id="8" creationId="{6B145DE3-B967-486D-8F8D-CEB735820FB9}"/>
          </ac:spMkLst>
        </pc:spChg>
        <pc:spChg chg="add mod">
          <ac:chgData name="Vizcaya, Luis" userId="941d56fa-29e3-4736-bcb4-21f7e43fa728" providerId="ADAL" clId="{C653503E-0A25-43B8-BF88-B9F22AE83660}" dt="2026-07-21T01:32:17.524" v="1300" actId="20577"/>
          <ac:spMkLst>
            <pc:docMk/>
            <pc:sldMk cId="3775596006" sldId="271"/>
            <ac:spMk id="14" creationId="{F1F81FCC-278E-ABD4-3F48-A30E454BB3F6}"/>
          </ac:spMkLst>
        </pc:spChg>
        <pc:picChg chg="del mod">
          <ac:chgData name="Vizcaya, Luis" userId="941d56fa-29e3-4736-bcb4-21f7e43fa728" providerId="ADAL" clId="{C653503E-0A25-43B8-BF88-B9F22AE83660}" dt="2026-07-21T01:18:34.793" v="327" actId="478"/>
          <ac:picMkLst>
            <pc:docMk/>
            <pc:sldMk cId="3775596006" sldId="271"/>
            <ac:picMk id="2" creationId="{075A80FE-A8E1-31C0-C33E-D9C94EB4C645}"/>
          </ac:picMkLst>
        </pc:picChg>
        <pc:picChg chg="add del mod">
          <ac:chgData name="Vizcaya, Luis" userId="941d56fa-29e3-4736-bcb4-21f7e43fa728" providerId="ADAL" clId="{C653503E-0A25-43B8-BF88-B9F22AE83660}" dt="2026-07-21T01:26:41.964" v="931" actId="478"/>
          <ac:picMkLst>
            <pc:docMk/>
            <pc:sldMk cId="3775596006" sldId="271"/>
            <ac:picMk id="11" creationId="{70845224-CEED-1E9B-1781-B2C37A89FFB5}"/>
          </ac:picMkLst>
        </pc:picChg>
        <pc:picChg chg="add mod">
          <ac:chgData name="Vizcaya, Luis" userId="941d56fa-29e3-4736-bcb4-21f7e43fa728" providerId="ADAL" clId="{C653503E-0A25-43B8-BF88-B9F22AE83660}" dt="2026-07-21T01:26:47.613" v="934" actId="14100"/>
          <ac:picMkLst>
            <pc:docMk/>
            <pc:sldMk cId="3775596006" sldId="271"/>
            <ac:picMk id="13" creationId="{CCD79E42-0582-4A24-1E72-7768CC7CEE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45406" y="2506116"/>
            <a:ext cx="9501187" cy="1487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sz="5250" b="1" i="0" u="none" dirty="0">
                <a:solidFill>
                  <a:srgbClr val="0F172A"/>
                </a:solidFill>
                <a:latin typeface="Montserrat"/>
              </a:rPr>
              <a:t>Predicting ICU Mortality</a:t>
            </a:r>
            <a:endParaRPr lang="en-US" sz="5250" b="1" i="0" u="none" dirty="0">
              <a:solidFill>
                <a:srgbClr val="0F172A"/>
              </a:solidFill>
              <a:latin typeface="Montserrat"/>
            </a:endParaRPr>
          </a:p>
          <a:p>
            <a:pPr algn="ctr">
              <a:lnSpc>
                <a:spcPts val="5775"/>
              </a:lnSpc>
            </a:pPr>
            <a:r>
              <a:rPr lang="en-US" sz="5250" b="1" dirty="0">
                <a:solidFill>
                  <a:srgbClr val="0F172A"/>
                </a:solidFill>
                <a:latin typeface="Montserrat"/>
              </a:rPr>
              <a:t>In Women</a:t>
            </a:r>
            <a:endParaRPr sz="5250" b="1" i="0" u="none" dirty="0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1026" name="Picture 2" descr="Female Icon Vector Silhouette Illustration Art Image. Female ...">
            <a:extLst>
              <a:ext uri="{FF2B5EF4-FFF2-40B4-BE49-F238E27FC236}">
                <a16:creationId xmlns:a16="http://schemas.microsoft.com/office/drawing/2014/main" id="{2ACAD3ED-35A2-43C1-1BE0-0160C8D18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163" y="3475833"/>
            <a:ext cx="3177597" cy="320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22719-3401-175B-FD1E-4A9E932B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F46EC6-3379-6E55-8A3F-34585706E0BD}"/>
              </a:ext>
            </a:extLst>
          </p:cNvPr>
          <p:cNvSpPr txBox="1"/>
          <p:nvPr/>
        </p:nvSpPr>
        <p:spPr>
          <a:xfrm>
            <a:off x="809624" y="1828800"/>
            <a:ext cx="6794333" cy="92333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i="0" u="none" dirty="0">
                <a:solidFill>
                  <a:srgbClr val="334155"/>
                </a:solidFill>
                <a:latin typeface="Open Sans"/>
              </a:rPr>
              <a:t>My motivation giving more visibility to wome</a:t>
            </a:r>
            <a:r>
              <a:rPr lang="en-US" sz="2000" b="1" dirty="0">
                <a:solidFill>
                  <a:srgbClr val="334155"/>
                </a:solidFill>
                <a:latin typeface="Open Sans"/>
              </a:rPr>
              <a:t>n rights by </a:t>
            </a:r>
            <a:r>
              <a:rPr lang="en-US" sz="2000" b="1" i="0" u="none" dirty="0">
                <a:solidFill>
                  <a:srgbClr val="334155"/>
                </a:solidFill>
                <a:latin typeface="Open Sans"/>
              </a:rPr>
              <a:t>explor</a:t>
            </a:r>
            <a:r>
              <a:rPr lang="en-US" sz="2000" b="1" dirty="0">
                <a:solidFill>
                  <a:srgbClr val="334155"/>
                </a:solidFill>
                <a:latin typeface="Open Sans"/>
              </a:rPr>
              <a:t>ing</a:t>
            </a:r>
            <a:r>
              <a:rPr lang="en-US" sz="2000" b="1" i="0" u="none" dirty="0">
                <a:solidFill>
                  <a:srgbClr val="334155"/>
                </a:solidFill>
                <a:latin typeface="Open Sans"/>
              </a:rPr>
              <a:t> the main reasons of in-hospital mortality.</a:t>
            </a:r>
            <a:endParaRPr sz="20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5306D-1C76-562C-8897-B99866545FD2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 i="0" u="none" dirty="0">
                <a:solidFill>
                  <a:srgbClr val="0F172A"/>
                </a:solidFill>
                <a:latin typeface="Montserrat"/>
              </a:rPr>
              <a:t>Motivation</a:t>
            </a:r>
            <a:endParaRPr sz="30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46D0BC-EF66-E547-60A4-30204A936698}"/>
              </a:ext>
            </a:extLst>
          </p:cNvPr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2" name="Picture 4" descr="Black Woman Icon Vector Art, Icons, and Graphics for Free Download">
            <a:extLst>
              <a:ext uri="{FF2B5EF4-FFF2-40B4-BE49-F238E27FC236}">
                <a16:creationId xmlns:a16="http://schemas.microsoft.com/office/drawing/2014/main" id="{EFD89F12-BAFD-949D-E06E-66A60BF8C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576" y="2752130"/>
            <a:ext cx="23050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63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5528" y="3117502"/>
            <a:ext cx="7540942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F172A"/>
                </a:solidFill>
                <a:latin typeface="Montserrat"/>
              </a:rPr>
              <a:t>Phase 1: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1525" y="1810539"/>
            <a:ext cx="5048250" cy="28046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Open Sans"/>
              </a:rPr>
              <a:t>Target Dataset: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Open Sans"/>
              </a:rPr>
              <a:t>physionet-data.mimiciii_clinical</a:t>
            </a:r>
            <a:r>
              <a:rPr lang="en-US" sz="1500" dirty="0">
                <a:solidFill>
                  <a:srgbClr val="334155"/>
                </a:solidFill>
                <a:latin typeface="Open Sans"/>
              </a:rPr>
              <a:t>.</a:t>
            </a:r>
            <a:endParaRPr sz="15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1525" y="2390775"/>
            <a:ext cx="5048250" cy="9144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Open Sans"/>
              </a:rPr>
              <a:t>Cohort Filtering: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The scope was narrowed to female patients with recorded ICU stays to build a highly targeted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29012"/>
            <a:ext cx="5048250" cy="9144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Open Sans"/>
              </a:rPr>
              <a:t>Joined Entities: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We merged data across patients, admissions, ICU stays, chart events (vitals), and diagnoses.</a:t>
            </a:r>
            <a:r>
              <a:rPr lang="en-US" sz="1500" b="0" i="0" u="none" dirty="0">
                <a:solidFill>
                  <a:srgbClr val="334155"/>
                </a:solidFill>
                <a:latin typeface="Open Sans"/>
              </a:rPr>
              <a:t> (query attached)</a:t>
            </a:r>
            <a:endParaRPr sz="15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9624" y="4742071"/>
            <a:ext cx="5048250" cy="9144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Extraction Method: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Heavy reliance on BigQuery to compute aggregations like num_icu_stays and average vitals in-database.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Data Sourcing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6CA7F9-1C4F-F43B-6490-08A25DA86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7" y="1219200"/>
            <a:ext cx="5707767" cy="5534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5442" y="3117502"/>
            <a:ext cx="8921115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 dirty="0">
                <a:solidFill>
                  <a:srgbClr val="0F172A"/>
                </a:solidFill>
                <a:latin typeface="Montserrat"/>
              </a:rPr>
              <a:t>Phase 2: Data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3622" y="1974151"/>
            <a:ext cx="5652898" cy="3983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334155"/>
                </a:solidFill>
                <a:latin typeface="Open Sans"/>
              </a:rPr>
              <a:t>Null Handling: </a:t>
            </a:r>
            <a:r>
              <a:rPr b="0" i="0" u="none" dirty="0">
                <a:solidFill>
                  <a:srgbClr val="334155"/>
                </a:solidFill>
                <a:latin typeface="Open Sans"/>
              </a:rPr>
              <a:t>Calculated null percentages for all variables. Dropped columns exceeding 20% missing values</a:t>
            </a:r>
            <a:endParaRPr lang="en-US" b="0" i="0" u="none" dirty="0">
              <a:solidFill>
                <a:srgbClr val="334155"/>
              </a:solidFill>
              <a:latin typeface="Open Sans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34155"/>
              </a:solidFill>
              <a:latin typeface="Open Sans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Open Sans"/>
              </a:rPr>
              <a:t>Calculated Metrics: Engineered critical time-based metrics. Computed '</a:t>
            </a:r>
            <a:r>
              <a:rPr lang="en-US" dirty="0" err="1">
                <a:solidFill>
                  <a:srgbClr val="334155"/>
                </a:solidFill>
                <a:latin typeface="Open Sans"/>
              </a:rPr>
              <a:t>length_of_stay</a:t>
            </a:r>
            <a:r>
              <a:rPr lang="en-US" dirty="0">
                <a:solidFill>
                  <a:srgbClr val="334155"/>
                </a:solidFill>
                <a:latin typeface="Open Sans"/>
              </a:rPr>
              <a:t>’, and '</a:t>
            </a:r>
            <a:r>
              <a:rPr lang="en-US" dirty="0" err="1">
                <a:solidFill>
                  <a:srgbClr val="334155"/>
                </a:solidFill>
                <a:latin typeface="Open Sans"/>
              </a:rPr>
              <a:t>age_at_admission</a:t>
            </a:r>
            <a:r>
              <a:rPr lang="en-US" dirty="0">
                <a:solidFill>
                  <a:srgbClr val="334155"/>
                </a:solidFill>
                <a:latin typeface="Open Sans"/>
              </a:rPr>
              <a:t>’.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34155"/>
              </a:solidFill>
              <a:latin typeface="Open Sans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Open Sans"/>
              </a:rPr>
              <a:t>ICD-9 Grouping: Simplified complex ICD-9 diagnosis codes into 18 broader medical categories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34155"/>
              </a:solidFill>
              <a:latin typeface="Open Sans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Preprocessing &amp; Feature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E55053-F517-4676-F80C-D4977BCFA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2269796"/>
            <a:ext cx="4771644" cy="29971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42569" y="1804391"/>
            <a:ext cx="6261735" cy="3368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0" i="0" u="none" dirty="0">
                <a:solidFill>
                  <a:srgbClr val="334155"/>
                </a:solidFill>
                <a:latin typeface="Open Sans"/>
              </a:rPr>
              <a:t>Religion Normalization: </a:t>
            </a:r>
            <a:r>
              <a:rPr b="0" i="0" u="none" dirty="0">
                <a:solidFill>
                  <a:srgbClr val="334155"/>
                </a:solidFill>
                <a:latin typeface="Open Sans"/>
              </a:rPr>
              <a:t>The dataset contained multiple fragmented religious affiliations. We utilized </a:t>
            </a:r>
            <a:r>
              <a:rPr b="0" i="0" u="none" dirty="0" err="1">
                <a:solidFill>
                  <a:srgbClr val="334155"/>
                </a:solidFill>
                <a:latin typeface="Open Sans"/>
              </a:rPr>
              <a:t>RegEx</a:t>
            </a:r>
            <a:r>
              <a:rPr b="0" i="0" u="none" dirty="0">
                <a:solidFill>
                  <a:srgbClr val="334155"/>
                </a:solidFill>
                <a:latin typeface="Open Sans"/>
              </a:rPr>
              <a:t> patterns to group these responses into a binary 'RELIGIOUS' vs. 'NOT RELIGIOUS' flag</a:t>
            </a:r>
            <a:r>
              <a:rPr lang="en-US" dirty="0">
                <a:solidFill>
                  <a:srgbClr val="334155"/>
                </a:solidFill>
                <a:latin typeface="Open Sans"/>
              </a:rPr>
              <a:t>.</a:t>
            </a:r>
          </a:p>
          <a:p>
            <a:pPr algn="l">
              <a:lnSpc>
                <a:spcPts val="2400"/>
              </a:lnSpc>
            </a:pPr>
            <a:endParaRPr lang="en-US" b="0" i="0" u="none" dirty="0">
              <a:solidFill>
                <a:srgbClr val="334155"/>
              </a:solidFill>
              <a:latin typeface="Open Sans"/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334155"/>
                </a:solidFill>
                <a:latin typeface="Open Sans"/>
              </a:rPr>
              <a:t>Ethnicity Compression: To prevent extreme high-cardinality in categorical features, we condensed the ethnicity data down to the top 5 most frequent groups (White, Asian, Black, Hispanic) and lumped the remainder into 'OTHER/UNKNOWN'.</a:t>
            </a:r>
          </a:p>
          <a:p>
            <a:pPr algn="l">
              <a:lnSpc>
                <a:spcPts val="2400"/>
              </a:lnSpc>
            </a:pPr>
            <a:endParaRPr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Categorical Normalization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3E4AA7-F69B-893A-06B2-E97779358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178" y="1566363"/>
            <a:ext cx="4458322" cy="44202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65533" y="3117502"/>
            <a:ext cx="7460932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F172A"/>
                </a:solidFill>
                <a:latin typeface="Montserrat"/>
              </a:rPr>
              <a:t>Phase 3: Model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585019"/>
          <a:ext cx="11048998" cy="471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0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Step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Methodology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Outcome /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Data Splitting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Train/Test Split (80/20)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8,000 samples for training, 2,000 samples for out-of-sample testing.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Null Imputation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Median Imputation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Replaced minor nulls in heart rate and respiratory rate with the median.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Categorical Encoding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One-Hot Encoding (Dummies)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Converted categories (insurance, admission_type, etc.) into binary vectors.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Feature Scaling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StandardScaler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Standardized numeric features to mean=0, variance=1 for stable model convergence.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296417"/>
            <a:ext cx="206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35150" y="2296417"/>
            <a:ext cx="276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95466" y="2296417"/>
            <a:ext cx="6225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296542"/>
            <a:ext cx="206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35150" y="3296542"/>
            <a:ext cx="276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95466" y="3296542"/>
            <a:ext cx="6225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296667"/>
            <a:ext cx="206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35150" y="4296667"/>
            <a:ext cx="276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95466" y="4296667"/>
            <a:ext cx="6225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296792"/>
            <a:ext cx="2063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35150" y="5296792"/>
            <a:ext cx="2760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5466" y="5296792"/>
            <a:ext cx="6225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56319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Data Splitting &amp; Scaling Preparation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5919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Montserrat"/>
              </a:rPr>
              <a:t>Algorithm </a:t>
            </a:r>
            <a:r>
              <a:rPr lang="en-US" sz="3000" b="1" i="0" u="none" dirty="0">
                <a:solidFill>
                  <a:srgbClr val="0F172A"/>
                </a:solidFill>
                <a:latin typeface="Montserrat"/>
              </a:rPr>
              <a:t>Implementation</a:t>
            </a:r>
            <a:endParaRPr sz="30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8C9274-10A5-B5DE-E720-E0E990D21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17" y="1367135"/>
            <a:ext cx="10001965" cy="5477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048000"/>
            <a:ext cx="52863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sz="11250" b="1" i="0" u="none" dirty="0">
                <a:solidFill>
                  <a:srgbClr val="0284C7"/>
                </a:solidFill>
                <a:latin typeface="Montserrat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76750"/>
            <a:ext cx="52863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Open Sans SemiBold"/>
              </a:rPr>
              <a:t>Optuna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500312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Montserrat SemiBold"/>
              </a:rPr>
              <a:t>Automated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967037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Open Sans"/>
              </a:rPr>
              <a:t>We utilized </a:t>
            </a:r>
            <a:r>
              <a:rPr lang="en-US" sz="1500" b="0" i="0" u="none" dirty="0">
                <a:solidFill>
                  <a:srgbClr val="334155"/>
                </a:solidFill>
                <a:latin typeface="Open Sans"/>
              </a:rPr>
              <a:t>the </a:t>
            </a:r>
            <a:r>
              <a:rPr sz="1500" b="1" i="0" u="none" dirty="0" err="1">
                <a:solidFill>
                  <a:srgbClr val="334155"/>
                </a:solidFill>
                <a:latin typeface="Open Sans"/>
              </a:rPr>
              <a:t>Optuna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</a:t>
            </a:r>
            <a:r>
              <a:rPr lang="en-US" sz="1500" b="0" i="0" u="none" dirty="0">
                <a:solidFill>
                  <a:srgbClr val="334155"/>
                </a:solidFill>
                <a:latin typeface="Open Sans"/>
              </a:rPr>
              <a:t>library 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to navigate the complex hyperparameter search space automatically. By running 30 distinct trials using 5-fold cross-validation, the framework iteratively maximized our target metric: the </a:t>
            </a:r>
            <a:r>
              <a:rPr sz="1500" b="1" i="0" u="none" dirty="0">
                <a:solidFill>
                  <a:srgbClr val="334155"/>
                </a:solidFill>
                <a:latin typeface="Open Sans"/>
              </a:rPr>
              <a:t>F1-Score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329112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For LightGBM, this process aggressively optimized parameters like learning_rate, num_leaves, and feature_fraction.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Montserrat"/>
              </a:rPr>
              <a:t>Hyperparameter Tuning </a:t>
            </a:r>
            <a:r>
              <a:rPr lang="en-US" sz="3000" b="1" i="0" u="none" dirty="0">
                <a:solidFill>
                  <a:srgbClr val="0F172A"/>
                </a:solidFill>
                <a:latin typeface="Montserrat"/>
              </a:rPr>
              <a:t>Model</a:t>
            </a:r>
            <a:endParaRPr sz="30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A2B3B-D3A2-5DD7-DDA9-CD24F967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145DE3-B967-486D-8F8D-CEB735820FB9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 i="0" u="none" dirty="0">
                <a:solidFill>
                  <a:srgbClr val="0F172A"/>
                </a:solidFill>
                <a:latin typeface="Montserrat"/>
              </a:rPr>
              <a:t>Confusion Matrix Comparison</a:t>
            </a:r>
            <a:endParaRPr sz="3000" b="1" i="0" u="none" dirty="0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7C2B88-C835-6886-7E10-C5E2893656FA}"/>
              </a:ext>
            </a:extLst>
          </p:cNvPr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D79E42-0582-4A24-1E72-7768CC7CE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763668"/>
            <a:ext cx="11804904" cy="33306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F81FCC-278E-ABD4-3F48-A30E454BB3F6}"/>
              </a:ext>
            </a:extLst>
          </p:cNvPr>
          <p:cNvSpPr txBox="1"/>
          <p:nvPr/>
        </p:nvSpPr>
        <p:spPr>
          <a:xfrm>
            <a:off x="389572" y="5638800"/>
            <a:ext cx="11300079" cy="90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0" i="0" u="none" dirty="0">
                <a:solidFill>
                  <a:srgbClr val="334155"/>
                </a:solidFill>
                <a:latin typeface="Open Sans"/>
              </a:rPr>
              <a:t>By maximizing the f1 score, the with highest recall is logistic regression (0.709), random forest is the one with highest precision 0.44, while </a:t>
            </a:r>
            <a:r>
              <a:rPr lang="en-US" b="0" i="0" u="none" dirty="0" err="1">
                <a:solidFill>
                  <a:srgbClr val="334155"/>
                </a:solidFill>
                <a:latin typeface="Open Sans"/>
              </a:rPr>
              <a:t>lightgbm</a:t>
            </a:r>
            <a:r>
              <a:rPr lang="en-US" b="0" i="0" u="none" dirty="0">
                <a:solidFill>
                  <a:srgbClr val="334155"/>
                </a:solidFill>
                <a:latin typeface="Open Sans"/>
              </a:rPr>
              <a:t> is the best balance by having the best f1 score 0.454</a:t>
            </a:r>
            <a:endParaRPr lang="en-US" dirty="0">
              <a:solidFill>
                <a:srgbClr val="334155"/>
              </a:solidFill>
              <a:latin typeface="Open Sans"/>
            </a:endParaRPr>
          </a:p>
          <a:p>
            <a:pPr algn="l">
              <a:lnSpc>
                <a:spcPts val="2400"/>
              </a:lnSpc>
            </a:pPr>
            <a:endParaRPr b="0" i="0" u="none" dirty="0">
              <a:solidFill>
                <a:srgbClr val="334155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559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11049000" cy="4686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50" y="5148262"/>
            <a:ext cx="9944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334155"/>
                </a:solidFill>
                <a:latin typeface="Open Sans"/>
              </a:rPr>
              <a:t>Following Optuna hyperparameter optimization, the tree-based ensemble models (LightGBM and Random Forest) significantly outperformed linear approaches, successfully managing the imbalanced nature of patient mortality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Optimized Model F1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8170" y="1680830"/>
            <a:ext cx="4069842" cy="4586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400" b="1" i="0" u="none" dirty="0">
                <a:solidFill>
                  <a:srgbClr val="0F172A"/>
                </a:solidFill>
                <a:latin typeface="Open Sans"/>
              </a:rPr>
              <a:t>Length of Stay:</a:t>
            </a:r>
            <a:r>
              <a:rPr sz="1400" b="0" i="0" u="none" dirty="0">
                <a:solidFill>
                  <a:srgbClr val="334155"/>
                </a:solidFill>
                <a:latin typeface="Open Sans"/>
              </a:rPr>
              <a:t> Proved to be the most critical feature driving predictive accuracy across all tuned models.</a:t>
            </a:r>
            <a:endParaRPr lang="en-US" sz="1400" b="0" i="0" u="none" dirty="0">
              <a:solidFill>
                <a:srgbClr val="334155"/>
              </a:solidFill>
              <a:latin typeface="Open Sans"/>
            </a:endParaRPr>
          </a:p>
          <a:p>
            <a:pPr>
              <a:lnSpc>
                <a:spcPts val="2400"/>
              </a:lnSpc>
            </a:pPr>
            <a:r>
              <a:rPr lang="en-US" sz="1400" b="1" dirty="0">
                <a:solidFill>
                  <a:srgbClr val="0F172A"/>
                </a:solidFill>
                <a:latin typeface="Open Sans"/>
              </a:rPr>
              <a:t>Average Heart Rate:</a:t>
            </a:r>
            <a:r>
              <a:rPr lang="en-US" sz="1400" dirty="0">
                <a:solidFill>
                  <a:srgbClr val="334155"/>
                </a:solidFill>
                <a:latin typeface="Open Sans"/>
              </a:rPr>
              <a:t> Vital signs recorded via chart events represented a strong indicator of patient decline.</a:t>
            </a:r>
          </a:p>
          <a:p>
            <a:pPr>
              <a:lnSpc>
                <a:spcPts val="2400"/>
              </a:lnSpc>
            </a:pPr>
            <a:r>
              <a:rPr lang="en-US" sz="1400" b="1" dirty="0">
                <a:solidFill>
                  <a:srgbClr val="0F172A"/>
                </a:solidFill>
                <a:latin typeface="Open Sans"/>
              </a:rPr>
              <a:t>Age at Admission:</a:t>
            </a:r>
            <a:r>
              <a:rPr lang="en-US" sz="1400" dirty="0">
                <a:solidFill>
                  <a:srgbClr val="334155"/>
                </a:solidFill>
                <a:latin typeface="Open Sans"/>
              </a:rPr>
              <a:t> Older age brackets naturally correlated with higher risks of mortality.</a:t>
            </a:r>
          </a:p>
          <a:p>
            <a:pPr>
              <a:lnSpc>
                <a:spcPts val="2400"/>
              </a:lnSpc>
            </a:pPr>
            <a:r>
              <a:rPr lang="en-US" sz="1400" b="1" dirty="0">
                <a:solidFill>
                  <a:srgbClr val="0F172A"/>
                </a:solidFill>
                <a:latin typeface="Open Sans"/>
              </a:rPr>
              <a:t>Specific Diagnoses:</a:t>
            </a:r>
            <a:r>
              <a:rPr lang="en-US" sz="1400" dirty="0">
                <a:solidFill>
                  <a:srgbClr val="334155"/>
                </a:solidFill>
                <a:latin typeface="Open Sans"/>
              </a:rPr>
              <a:t> Recoded ICD-9 categories, particularly 'Respiratory' and 'Pregnancy' related issues, consistently ranked in the top 5 most important features.</a:t>
            </a:r>
          </a:p>
          <a:p>
            <a:pPr>
              <a:lnSpc>
                <a:spcPts val="2400"/>
              </a:lnSpc>
            </a:pPr>
            <a:endParaRPr lang="en-US" sz="1400" dirty="0">
              <a:solidFill>
                <a:srgbClr val="334155"/>
              </a:solidFill>
              <a:latin typeface="Open Sans"/>
            </a:endParaRPr>
          </a:p>
          <a:p>
            <a:pPr>
              <a:lnSpc>
                <a:spcPts val="2400"/>
              </a:lnSpc>
            </a:pPr>
            <a:endParaRPr lang="en-US" sz="1400" dirty="0">
              <a:solidFill>
                <a:srgbClr val="334155"/>
              </a:solidFill>
              <a:latin typeface="Open Sans"/>
            </a:endParaRPr>
          </a:p>
          <a:p>
            <a:pPr algn="l">
              <a:lnSpc>
                <a:spcPts val="2400"/>
              </a:lnSpc>
            </a:pPr>
            <a:endParaRPr sz="14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Montserrat"/>
              </a:rPr>
              <a:t>Key Predictors: Permutation Importance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778849-3DD6-BA30-8BFC-70AC4FCA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680830"/>
            <a:ext cx="7429500" cy="43784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5749" y="705290"/>
            <a:ext cx="9001125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 dirty="0">
                <a:solidFill>
                  <a:srgbClr val="0F172A"/>
                </a:solidFill>
                <a:latin typeface="Montserrat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777237"/>
            <a:ext cx="9303258" cy="3685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ts val="287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72A"/>
                </a:solidFill>
                <a:latin typeface="Open Sans"/>
              </a:rPr>
              <a:t>The most important variable increasing the risk of mortality in women is length of stay, more days in ICU are related to a higher probability of death, followed by age and pregnancy condition.</a:t>
            </a:r>
          </a:p>
          <a:p>
            <a:pPr marL="285750" indent="-285750">
              <a:lnSpc>
                <a:spcPts val="2879"/>
              </a:lnSpc>
              <a:buFont typeface="Arial" panose="020B0604020202020204" pitchFamily="34" charset="0"/>
              <a:buChar char="•"/>
            </a:pPr>
            <a:endParaRPr lang="en-US" sz="2000" b="0" i="0" u="none" dirty="0">
              <a:solidFill>
                <a:srgbClr val="0F172A"/>
              </a:solidFill>
              <a:latin typeface="Open Sans"/>
            </a:endParaRPr>
          </a:p>
          <a:p>
            <a:pPr marL="285750" indent="-285750">
              <a:lnSpc>
                <a:spcPts val="2879"/>
              </a:lnSpc>
              <a:buFont typeface="Arial" panose="020B0604020202020204" pitchFamily="34" charset="0"/>
              <a:buChar char="•"/>
            </a:pPr>
            <a:r>
              <a:rPr sz="2000" b="0" i="0" u="none" dirty="0">
                <a:solidFill>
                  <a:srgbClr val="0F172A"/>
                </a:solidFill>
                <a:latin typeface="Open Sans"/>
              </a:rPr>
              <a:t>By data extraction,</a:t>
            </a:r>
            <a:r>
              <a:rPr lang="en-US" sz="2000" b="0" i="0" u="none" dirty="0">
                <a:solidFill>
                  <a:srgbClr val="0F172A"/>
                </a:solidFill>
                <a:latin typeface="Open Sans"/>
              </a:rPr>
              <a:t> preprocessing</a:t>
            </a:r>
            <a:r>
              <a:rPr sz="2000" b="0" i="0" u="none" dirty="0">
                <a:solidFill>
                  <a:srgbClr val="0F172A"/>
                </a:solidFill>
                <a:latin typeface="Open Sans"/>
              </a:rPr>
              <a:t> engineering clinical features, and utilizing hyperparameter tuning (</a:t>
            </a:r>
            <a:r>
              <a:rPr sz="2000" b="0" i="0" u="none" dirty="0" err="1">
                <a:solidFill>
                  <a:srgbClr val="0F172A"/>
                </a:solidFill>
                <a:latin typeface="Open Sans"/>
              </a:rPr>
              <a:t>Optuna</a:t>
            </a:r>
            <a:r>
              <a:rPr sz="2000" b="0" i="0" u="none" dirty="0">
                <a:solidFill>
                  <a:srgbClr val="0F172A"/>
                </a:solidFill>
                <a:latin typeface="Open Sans"/>
              </a:rPr>
              <a:t>), </a:t>
            </a:r>
            <a:r>
              <a:rPr lang="en-US" sz="2000" dirty="0">
                <a:solidFill>
                  <a:srgbClr val="0F172A"/>
                </a:solidFill>
                <a:latin typeface="Open Sans"/>
              </a:rPr>
              <a:t>the</a:t>
            </a:r>
            <a:r>
              <a:rPr sz="2000" b="0" i="0" u="none" dirty="0">
                <a:solidFill>
                  <a:srgbClr val="0F172A"/>
                </a:solidFill>
                <a:latin typeface="Open Sans"/>
              </a:rPr>
              <a:t> predictive F1-score </a:t>
            </a:r>
            <a:r>
              <a:rPr lang="en-US" sz="2000" b="0" i="0" u="none" dirty="0">
                <a:solidFill>
                  <a:srgbClr val="0F172A"/>
                </a:solidFill>
                <a:latin typeface="Open Sans"/>
              </a:rPr>
              <a:t>elevated </a:t>
            </a:r>
            <a:r>
              <a:rPr sz="2000" b="0" i="0" u="none" dirty="0">
                <a:solidFill>
                  <a:srgbClr val="0F172A"/>
                </a:solidFill>
                <a:latin typeface="Open Sans"/>
              </a:rPr>
              <a:t>from 0.13 to 0.4</a:t>
            </a:r>
            <a:r>
              <a:rPr lang="en-US" sz="2000" b="0" i="0" u="none" dirty="0">
                <a:solidFill>
                  <a:srgbClr val="0F172A"/>
                </a:solidFill>
                <a:latin typeface="Open Sans"/>
              </a:rPr>
              <a:t>5</a:t>
            </a:r>
            <a:r>
              <a:rPr sz="2000" b="0" i="0" u="none" dirty="0">
                <a:solidFill>
                  <a:srgbClr val="0F172A"/>
                </a:solidFill>
                <a:latin typeface="Open Sans"/>
              </a:rPr>
              <a:t> on highly imbalanced critical care data.</a:t>
            </a:r>
            <a:endParaRPr lang="en-US" sz="2000" b="0" i="0" u="none" dirty="0">
              <a:solidFill>
                <a:srgbClr val="0F172A"/>
              </a:solidFill>
              <a:latin typeface="Open Sans"/>
            </a:endParaRPr>
          </a:p>
          <a:p>
            <a:pPr marL="285750" indent="-285750">
              <a:lnSpc>
                <a:spcPts val="2879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172A"/>
              </a:solidFill>
              <a:latin typeface="Open Sans"/>
            </a:endParaRPr>
          </a:p>
          <a:p>
            <a:pPr marL="285750" indent="-285750">
              <a:lnSpc>
                <a:spcPts val="2879"/>
              </a:lnSpc>
              <a:buFont typeface="Arial" panose="020B0604020202020204" pitchFamily="34" charset="0"/>
              <a:buChar char="•"/>
            </a:pPr>
            <a:r>
              <a:rPr lang="en-US" sz="2000" b="0" i="0" u="none" dirty="0">
                <a:solidFill>
                  <a:srgbClr val="0F172A"/>
                </a:solidFill>
                <a:latin typeface="Open Sans"/>
              </a:rPr>
              <a:t>The best model was </a:t>
            </a:r>
            <a:r>
              <a:rPr lang="en-US" sz="2000" b="0" i="0" u="none" dirty="0" err="1">
                <a:solidFill>
                  <a:srgbClr val="0F172A"/>
                </a:solidFill>
                <a:latin typeface="Open Sans"/>
              </a:rPr>
              <a:t>LightGBM</a:t>
            </a:r>
            <a:r>
              <a:rPr lang="en-US" sz="2000" b="0" i="0" u="none" dirty="0">
                <a:solidFill>
                  <a:srgbClr val="0F172A"/>
                </a:solidFill>
                <a:latin typeface="Open Sans"/>
              </a:rPr>
              <a:t> which let the F1-score metric, followed by random forest by small difference (0.44).</a:t>
            </a:r>
            <a:endParaRPr sz="2000" b="0" i="0" u="none" dirty="0">
              <a:solidFill>
                <a:srgbClr val="0F172A"/>
              </a:solidFill>
              <a:latin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e87f501-3025-4ed4-90da-080ba37c525d}" enabled="0" method="" siteId="{ae87f501-3025-4ed4-90da-080ba37c52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652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Montserrat</vt:lpstr>
      <vt:lpstr>Montserrat SemiBold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Vizcaya, Luis</dc:creator>
  <cp:keywords/>
  <dc:description>generated using python-pptx</dc:description>
  <cp:lastModifiedBy>Vizcaya, Luis</cp:lastModifiedBy>
  <cp:revision>3</cp:revision>
  <dcterms:created xsi:type="dcterms:W3CDTF">2013-01-27T09:14:16Z</dcterms:created>
  <dcterms:modified xsi:type="dcterms:W3CDTF">2026-07-21T01:38:36Z</dcterms:modified>
  <cp:category/>
</cp:coreProperties>
</file>